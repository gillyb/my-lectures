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21acaaa8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21acaaa8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21acaaa8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21acaaa8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 far from being a genius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things really aren't complicated.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is open source (and open hardware)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21acaaa8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21acaaa8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21acaaa8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21acaaa8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the self replicating machine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21acaaa8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21acaaa8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21acaaa8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21acaaa8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Biggest 3d printer company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21acaaa8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21acaaa8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numerical control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bunch of motors that move on different axis - controlled by a computer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21acaaa8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21acaaa8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21acaaa8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21acaaa8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21acaaa8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21acaaa8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21acaaa8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21acaaa8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filament - usually plastic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fused/melted through the hotend and stacked in layers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21acaaa86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21acaaa8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much goes into this....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Tons of mathematical calculations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Tons of chemical considerations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differs by machine, material and capabilities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21acaaa8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21acaaa8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21acaaa86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21acaaa86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21acaaa8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21acaaa8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21acaaa8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21acaaa8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21acaaa8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21acaaa8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6.jpg"/><Relationship Id="rId5" Type="http://schemas.openxmlformats.org/officeDocument/2006/relationships/image" Target="../media/image13.jpg"/><Relationship Id="rId6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10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8600" y="2200500"/>
            <a:ext cx="85068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2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MY OTHER</a:t>
            </a:r>
            <a:r>
              <a:rPr b="1" lang="en" sz="112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 GEEKY HOBBY</a:t>
            </a:r>
            <a:endParaRPr b="1" sz="112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creenshot 2025-11-10 at 2.17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5149" y="2413600"/>
            <a:ext cx="4443948" cy="26321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0" name="Google Shape;60;p14" title="IMG-20191016-WA0026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1663" y="147049"/>
            <a:ext cx="2216650" cy="394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1" name="Google Shape;61;p14" title="A10C2ED8-CDBE-4623-A9AF-C6F3E8A27FEB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225" y="147050"/>
            <a:ext cx="2619075" cy="4656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5713450" y="-345725"/>
            <a:ext cx="2001300" cy="298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0" y="0"/>
            <a:ext cx="8506800" cy="3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I'M NOT A </a:t>
            </a:r>
            <a:r>
              <a:rPr b="1" lang="en" sz="15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GENIUS</a:t>
            </a:r>
            <a:endParaRPr b="1" sz="15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275" y="152400"/>
            <a:ext cx="336668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275" y="152400"/>
            <a:ext cx="3366686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2136" y="152400"/>
            <a:ext cx="289191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450" y="438150"/>
            <a:ext cx="38100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450" y="438150"/>
            <a:ext cx="381000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2040" y="438150"/>
            <a:ext cx="3204659" cy="426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/>
        </p:nvSpPr>
        <p:spPr>
          <a:xfrm>
            <a:off x="324600" y="83225"/>
            <a:ext cx="9010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0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rPr>
              <a:t>BUILDING</a:t>
            </a:r>
            <a:endParaRPr b="1" sz="14000">
              <a:solidFill>
                <a:srgbClr val="E691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371325" y="1789800"/>
            <a:ext cx="72873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00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rPr>
              <a:t>A CNC</a:t>
            </a:r>
            <a:endParaRPr b="1" sz="11200">
              <a:solidFill>
                <a:srgbClr val="E691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00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rPr>
              <a:t>MACHINE</a:t>
            </a:r>
            <a:endParaRPr b="1" sz="11200">
              <a:solidFill>
                <a:srgbClr val="E691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50" y="1758288"/>
            <a:ext cx="1838725" cy="16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8575" y="1758300"/>
            <a:ext cx="1736734" cy="162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5052" y="1758300"/>
            <a:ext cx="1502024" cy="162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9800" y="1758300"/>
            <a:ext cx="1920738" cy="162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5350" y="3471025"/>
            <a:ext cx="1838725" cy="1445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48573" y="3471025"/>
            <a:ext cx="1220551" cy="144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53624" y="3471025"/>
            <a:ext cx="1838725" cy="144325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/>
        </p:nvSpPr>
        <p:spPr>
          <a:xfrm>
            <a:off x="324600" y="83225"/>
            <a:ext cx="9010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0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rPr>
              <a:t>BUILDING</a:t>
            </a:r>
            <a:endParaRPr b="1" sz="14000">
              <a:solidFill>
                <a:srgbClr val="E691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50" y="1758288"/>
            <a:ext cx="1838725" cy="16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8575" y="1758300"/>
            <a:ext cx="1736734" cy="162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5052" y="1758300"/>
            <a:ext cx="1502024" cy="162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9800" y="1758300"/>
            <a:ext cx="1920738" cy="162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5350" y="3471025"/>
            <a:ext cx="1838725" cy="1445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48573" y="3471025"/>
            <a:ext cx="1220551" cy="144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53624" y="3471025"/>
            <a:ext cx="1838725" cy="144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56525" y="3471025"/>
            <a:ext cx="1220549" cy="141703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324600" y="83225"/>
            <a:ext cx="9010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0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rPr>
              <a:t>BUILDING</a:t>
            </a:r>
            <a:endParaRPr b="1" sz="14000">
              <a:solidFill>
                <a:srgbClr val="E691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/>
        </p:nvSpPr>
        <p:spPr>
          <a:xfrm>
            <a:off x="331525" y="403950"/>
            <a:ext cx="85155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HOW IT </a:t>
            </a:r>
            <a:r>
              <a:rPr b="1" lang="en" sz="18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WORKS</a:t>
            </a:r>
            <a:endParaRPr b="1" sz="18000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25" y="152400"/>
            <a:ext cx="6391275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25" y="152400"/>
            <a:ext cx="4973274" cy="17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/>
          <p:nvPr/>
        </p:nvSpPr>
        <p:spPr>
          <a:xfrm rot="5400000">
            <a:off x="2950100" y="98900"/>
            <a:ext cx="756600" cy="3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8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1" sz="27800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1790225" y="2989925"/>
            <a:ext cx="50265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GCODE</a:t>
            </a:r>
            <a:endParaRPr b="1" sz="11200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25" y="152400"/>
            <a:ext cx="4973274" cy="17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 txBox="1"/>
          <p:nvPr/>
        </p:nvSpPr>
        <p:spPr>
          <a:xfrm rot="5400000">
            <a:off x="2950100" y="98900"/>
            <a:ext cx="756600" cy="3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8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1" sz="27800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1790225" y="2989925"/>
            <a:ext cx="50265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GCODE    </a:t>
            </a:r>
            <a:endParaRPr b="1" sz="11200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0425" y="0"/>
            <a:ext cx="1905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5825" y="1497650"/>
            <a:ext cx="2158176" cy="1452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7"/>
          <p:cNvSpPr/>
          <p:nvPr/>
        </p:nvSpPr>
        <p:spPr>
          <a:xfrm>
            <a:off x="6438600" y="3096625"/>
            <a:ext cx="1671000" cy="935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A61C00"/>
          </a:solidFill>
          <a:ln cap="flat" cmpd="sng" w="952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/>
        </p:nvSpPr>
        <p:spPr>
          <a:xfrm>
            <a:off x="331525" y="403950"/>
            <a:ext cx="72873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1" sz="112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1823350" y="3381106"/>
            <a:ext cx="72873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1" sz="112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3116425" y="1568238"/>
            <a:ext cx="1717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dk2"/>
                </a:solidFill>
              </a:rPr>
              <a:t>🤝 </a:t>
            </a:r>
            <a:endParaRPr sz="12000">
              <a:solidFill>
                <a:schemeClr val="dk2"/>
              </a:solidFill>
            </a:endParaRPr>
          </a:p>
        </p:txBody>
      </p:sp>
      <p:pic>
        <p:nvPicPr>
          <p:cNvPr descr="handshake emoji"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250" y="2579425"/>
            <a:ext cx="9525" cy="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232100" y="2200500"/>
            <a:ext cx="83748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WHERE ARE WE GOING?</a:t>
            </a:r>
            <a:endParaRPr b="1" sz="112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/>
        </p:nvSpPr>
        <p:spPr>
          <a:xfrm>
            <a:off x="225475" y="115200"/>
            <a:ext cx="8374800" cy="49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multi material</a:t>
            </a:r>
            <a:endParaRPr b="1" sz="64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tool changers</a:t>
            </a:r>
            <a:endParaRPr b="1" sz="64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heated chambers</a:t>
            </a:r>
            <a:endParaRPr b="1" sz="64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100s of materials</a:t>
            </a:r>
            <a:endParaRPr b="1" sz="64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automated print farms</a:t>
            </a:r>
            <a:endParaRPr b="1" sz="64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liquid based filament</a:t>
            </a:r>
            <a:endParaRPr b="1" sz="64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